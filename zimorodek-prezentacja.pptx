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01e38f725440ef" /><Relationship Type="http://schemas.openxmlformats.org/officeDocument/2006/relationships/extended-properties" Target="/docProps/app.xml" Id="R801a1979ec09488d" /><Relationship Type="http://schemas.openxmlformats.org/officeDocument/2006/relationships/officeDocument" Target="/ppt/presentation.xml" Id="R2886dc7352714c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92f137c8b44916"/>
  </p:sldMasterIdLst>
  <p:notesMasterIdLst>
    <p:notesMasterId xmlns:r="http://schemas.openxmlformats.org/officeDocument/2006/relationships" r:id="Rdda35c782cd74052"/>
  </p:notesMasterIdLst>
  <p:sldIdLst>
    <p:sldId xmlns:r="http://schemas.openxmlformats.org/officeDocument/2006/relationships" id="256" r:id="R098fbfa6c4b94ea2"/>
    <p:sldId xmlns:r="http://schemas.openxmlformats.org/officeDocument/2006/relationships" id="257" r:id="R33c24360c8b94508"/>
    <p:sldId xmlns:r="http://schemas.openxmlformats.org/officeDocument/2006/relationships" id="258" r:id="R7f4d25a4c9cc4f32"/>
    <p:sldId xmlns:r="http://schemas.openxmlformats.org/officeDocument/2006/relationships" id="259" r:id="R3247db560df840c7"/>
    <p:sldId xmlns:r="http://schemas.openxmlformats.org/officeDocument/2006/relationships" id="260" r:id="Ra5c69d8f215f40d2"/>
    <p:sldId xmlns:r="http://schemas.openxmlformats.org/officeDocument/2006/relationships" id="261" r:id="Raf7d2a1efc0443df"/>
    <p:sldId xmlns:r="http://schemas.openxmlformats.org/officeDocument/2006/relationships" id="262" r:id="R9cd77bc8dadb4c9d"/>
    <p:sldId xmlns:r="http://schemas.openxmlformats.org/officeDocument/2006/relationships" id="263" r:id="R088064d73a9f42fe"/>
    <p:sldId xmlns:r="http://schemas.openxmlformats.org/officeDocument/2006/relationships" id="264" r:id="Re3afe2e7bb7144bd"/>
    <p:sldId xmlns:r="http://schemas.openxmlformats.org/officeDocument/2006/relationships" id="265" r:id="Rf03a4a2dfadc4f0c"/>
    <p:sldId xmlns:r="http://schemas.openxmlformats.org/officeDocument/2006/relationships" id="266" r:id="R1df7aa3484ee4b79"/>
    <p:sldId xmlns:r="http://schemas.openxmlformats.org/officeDocument/2006/relationships" id="267" r:id="R9a2c693ae4de462a"/>
    <p:sldId xmlns:r="http://schemas.openxmlformats.org/officeDocument/2006/relationships" id="268" r:id="R6d976049730e4b05"/>
    <p:sldId xmlns:r="http://schemas.openxmlformats.org/officeDocument/2006/relationships" id="269" r:id="R3c8b821e7500418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428537cb894ff0" /><Relationship Type="http://schemas.openxmlformats.org/officeDocument/2006/relationships/slideMaster" Target="/ppt/slideMasters/slideMaster1.xml" Id="R9292f137c8b44916" /><Relationship Type="http://schemas.openxmlformats.org/officeDocument/2006/relationships/notesMaster" Target="/ppt/notesMasters/notesMaster1.xml" Id="Rdda35c782cd74052" /><Relationship Type="http://schemas.openxmlformats.org/officeDocument/2006/relationships/presProps" Target="/ppt/presProps.xml" Id="R71099fd0f0e5469c" /><Relationship Type="http://schemas.openxmlformats.org/officeDocument/2006/relationships/tableStyles" Target="/ppt/tableStyles.xml" Id="R142f21df11cd479f" /><Relationship Type="http://schemas.openxmlformats.org/officeDocument/2006/relationships/slide" Target="/ppt/slides/slide1.xml" Id="R098fbfa6c4b94ea2" /><Relationship Type="http://schemas.openxmlformats.org/officeDocument/2006/relationships/slide" Target="/ppt/slides/slide2.xml" Id="R33c24360c8b94508" /><Relationship Type="http://schemas.openxmlformats.org/officeDocument/2006/relationships/slide" Target="/ppt/slides/slide3.xml" Id="R7f4d25a4c9cc4f32" /><Relationship Type="http://schemas.openxmlformats.org/officeDocument/2006/relationships/slide" Target="/ppt/slides/slide4.xml" Id="R3247db560df840c7" /><Relationship Type="http://schemas.openxmlformats.org/officeDocument/2006/relationships/slide" Target="/ppt/slides/slide5.xml" Id="Ra5c69d8f215f40d2" /><Relationship Type="http://schemas.openxmlformats.org/officeDocument/2006/relationships/slide" Target="/ppt/slides/slide6.xml" Id="Raf7d2a1efc0443df" /><Relationship Type="http://schemas.openxmlformats.org/officeDocument/2006/relationships/slide" Target="/ppt/slides/slide7.xml" Id="R9cd77bc8dadb4c9d" /><Relationship Type="http://schemas.openxmlformats.org/officeDocument/2006/relationships/slide" Target="/ppt/slides/slide8.xml" Id="R088064d73a9f42fe" /><Relationship Type="http://schemas.openxmlformats.org/officeDocument/2006/relationships/slide" Target="/ppt/slides/slide9.xml" Id="Re3afe2e7bb7144bd" /><Relationship Type="http://schemas.openxmlformats.org/officeDocument/2006/relationships/slide" Target="/ppt/slides/slide10.xml" Id="Rf03a4a2dfadc4f0c" /><Relationship Type="http://schemas.openxmlformats.org/officeDocument/2006/relationships/slide" Target="/ppt/slides/slide11.xml" Id="R1df7aa3484ee4b79" /><Relationship Type="http://schemas.openxmlformats.org/officeDocument/2006/relationships/slide" Target="/ppt/slides/slide12.xml" Id="R9a2c693ae4de462a" /><Relationship Type="http://schemas.openxmlformats.org/officeDocument/2006/relationships/slide" Target="/ppt/slides/slide13.xml" Id="R6d976049730e4b05" /><Relationship Type="http://schemas.openxmlformats.org/officeDocument/2006/relationships/slide" Target="/ppt/slides/slide14.xml" Id="R3c8b821e750041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6baa6015f843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a8d8060cd143af" /><Relationship Type="http://schemas.openxmlformats.org/officeDocument/2006/relationships/notesMaster" Target="/ppt/notesMasters/notesMaster1.xml" Id="R20f6c994c06548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bf0f69e8454c45" /><Relationship Type="http://schemas.openxmlformats.org/officeDocument/2006/relationships/notesMaster" Target="/ppt/notesMasters/notesMaster1.xml" Id="Rff73014ba33148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2fa8daa4164fc3" /><Relationship Type="http://schemas.openxmlformats.org/officeDocument/2006/relationships/notesMaster" Target="/ppt/notesMasters/notesMaster1.xml" Id="R635ef06d1fd744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e6521f71554dd2" /><Relationship Type="http://schemas.openxmlformats.org/officeDocument/2006/relationships/notesMaster" Target="/ppt/notesMasters/notesMaster1.xml" Id="R1b2c42363e784d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ef8b2fbcc74579" /><Relationship Type="http://schemas.openxmlformats.org/officeDocument/2006/relationships/notesMaster" Target="/ppt/notesMasters/notesMaster1.xml" Id="R93b249beadcf44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f01621b5e1405f" /><Relationship Type="http://schemas.openxmlformats.org/officeDocument/2006/relationships/notesMaster" Target="/ppt/notesMasters/notesMaster1.xml" Id="Rae4d2b62ad4646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904ae204e54f5d" /><Relationship Type="http://schemas.openxmlformats.org/officeDocument/2006/relationships/notesMaster" Target="/ppt/notesMasters/notesMaster1.xml" Id="R3a44c39c356f4f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a24c4e8a134f3f" /><Relationship Type="http://schemas.openxmlformats.org/officeDocument/2006/relationships/notesMaster" Target="/ppt/notesMasters/notesMaster1.xml" Id="R46250bcfe94140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cf26e823114ed3" /><Relationship Type="http://schemas.openxmlformats.org/officeDocument/2006/relationships/notesMaster" Target="/ppt/notesMasters/notesMaster1.xml" Id="R89b730878fba47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a713344dc74489" /><Relationship Type="http://schemas.openxmlformats.org/officeDocument/2006/relationships/notesMaster" Target="/ppt/notesMasters/notesMaster1.xml" Id="Rb52abaedf77848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3abf363b984ed7" /><Relationship Type="http://schemas.openxmlformats.org/officeDocument/2006/relationships/notesMaster" Target="/ppt/notesMasters/notesMaster1.xml" Id="R3ddf99024dd741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b0dfae843948a6" /><Relationship Type="http://schemas.openxmlformats.org/officeDocument/2006/relationships/notesMaster" Target="/ppt/notesMasters/notesMaster1.xml" Id="R4a54ec0263cc45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b06c0309c14320" /><Relationship Type="http://schemas.openxmlformats.org/officeDocument/2006/relationships/notesMaster" Target="/ppt/notesMasters/notesMaster1.xml" Id="R6581988ce37542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8c33a3b76a4790" /><Relationship Type="http://schemas.openxmlformats.org/officeDocument/2006/relationships/notesMaster" Target="/ppt/notesMasters/notesMaster1.xml" Id="R2f60bbf4ce7841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Źródło: prezentacja Zimorodek przygotowana na podstawie materiałów użytkownika. https://brand-designer-pl.github.io/zimorodek-prezentacja-konferencja/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b62d5b7ac44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8a8f2321245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e33fdabc448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68fa5712743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0611c109a48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637cf697045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70ABCA-5B46-415D-98B9-20F8EFA92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53FA24-A1A2-42E9-BEA6-9B18E91BA7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CF9ACA-B639-452F-976E-0FAC73C97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A6B7BD-1D36-4389-92F6-4ED1F0CF6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B3F1E1-76C4-44A3-BEBB-11274AF79B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A1997C-0571-4CFF-9CA4-D92934DD5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FB32DC-1B44-434F-B466-6C0B0AF0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AC6720-C1B1-489B-A653-A0A8893CE6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E75CA5-037F-4003-A887-51D5BF960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5F9E5C-72AC-469B-B584-F985BEEC5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673debbb4049e4" /><Relationship Type="http://schemas.openxmlformats.org/officeDocument/2006/relationships/slideLayout" Target="/ppt/slideLayouts/slideLayout1.xml" Id="Rba943c19207a407e" /><Relationship Type="http://schemas.openxmlformats.org/officeDocument/2006/relationships/slideLayout" Target="/ppt/slideLayouts/slideLayout2.xml" Id="R0b6e8b80b29d4f5a" /><Relationship Type="http://schemas.openxmlformats.org/officeDocument/2006/relationships/slideLayout" Target="/ppt/slideLayouts/slideLayout3.xml" Id="R905a6473020a4d20" /><Relationship Type="http://schemas.openxmlformats.org/officeDocument/2006/relationships/slideLayout" Target="/ppt/slideLayouts/slideLayout4.xml" Id="R8635187e487644ea" /><Relationship Type="http://schemas.openxmlformats.org/officeDocument/2006/relationships/slideLayout" Target="/ppt/slideLayouts/slideLayout5.xml" Id="R80cb59c9be8a40d7" /><Relationship Type="http://schemas.openxmlformats.org/officeDocument/2006/relationships/slideLayout" Target="/ppt/slideLayouts/slideLayout6.xml" Id="R0b356f06f1814d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943c19207a407e"/>
    <p:sldLayoutId xmlns:r="http://schemas.openxmlformats.org/officeDocument/2006/relationships" id="2147483650" r:id="R0b6e8b80b29d4f5a"/>
    <p:sldLayoutId xmlns:r="http://schemas.openxmlformats.org/officeDocument/2006/relationships" id="2147483651" r:id="R905a6473020a4d20"/>
    <p:sldLayoutId xmlns:r="http://schemas.openxmlformats.org/officeDocument/2006/relationships" id="2147483652" r:id="R8635187e487644ea"/>
    <p:sldLayoutId xmlns:r="http://schemas.openxmlformats.org/officeDocument/2006/relationships" id="2147483653" r:id="R80cb59c9be8a40d7"/>
    <p:sldLayoutId xmlns:r="http://schemas.openxmlformats.org/officeDocument/2006/relationships" id="2147483654" r:id="R0b356f06f1814d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415bda84840d6" /><Relationship Type="http://schemas.openxmlformats.org/officeDocument/2006/relationships/image" Target="/ppt/media/image.jpeg" Id="R729f19afd8814e3a" /><Relationship Type="http://schemas.openxmlformats.org/officeDocument/2006/relationships/notesSlide" Target="/ppt/notesSlides/notesSlide1.xml" Id="R2d1b5cd9ce5e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45acd2b0e94987" /><Relationship Type="http://schemas.openxmlformats.org/officeDocument/2006/relationships/image" Target="/ppt/media/image2.jpeg" Id="R866b1357cf3046ca" /><Relationship Type="http://schemas.openxmlformats.org/officeDocument/2006/relationships/notesSlide" Target="/ppt/notesSlides/notesSlide2.xml" Id="Rcee59152187a44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103b7ea4742a7" /><Relationship Type="http://schemas.openxmlformats.org/officeDocument/2006/relationships/image" Target="/ppt/media/image3.jpeg" Id="R5a900cc72f954f38" /><Relationship Type="http://schemas.openxmlformats.org/officeDocument/2006/relationships/notesSlide" Target="/ppt/notesSlides/notesSlide3.xml" Id="R655f71db04b04c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2c135620c489a" /><Relationship Type="http://schemas.openxmlformats.org/officeDocument/2006/relationships/image" Target="/ppt/media/image4.jpeg" Id="Re42cc8fb80a641a6" /><Relationship Type="http://schemas.openxmlformats.org/officeDocument/2006/relationships/notesSlide" Target="/ppt/notesSlides/notesSlide4.xml" Id="R883f9b8a0a2745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f7882cf424c25" /><Relationship Type="http://schemas.openxmlformats.org/officeDocument/2006/relationships/image" Target="/ppt/media/image5.jpeg" Id="R2c5f962a1be2465a" /><Relationship Type="http://schemas.openxmlformats.org/officeDocument/2006/relationships/notesSlide" Target="/ppt/notesSlides/notesSlide5.xml" Id="Rcd98ee57bb3442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3423efc3d4795" /><Relationship Type="http://schemas.openxmlformats.org/officeDocument/2006/relationships/image" Target="/ppt/media/image6.jpeg" Id="R7bbe291c810a42ac" /><Relationship Type="http://schemas.openxmlformats.org/officeDocument/2006/relationships/notesSlide" Target="/ppt/notesSlides/notesSlide6.xml" Id="R7e8621f7192447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b2ae15c80a4ecd" /><Relationship Type="http://schemas.openxmlformats.org/officeDocument/2006/relationships/image" Target="/ppt/media/image7.jpeg" Id="R096d264cb2c84232" /><Relationship Type="http://schemas.openxmlformats.org/officeDocument/2006/relationships/notesSlide" Target="/ppt/notesSlides/notesSlide7.xml" Id="Ra0d8778fd8aa41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fe6456839473d" /><Relationship Type="http://schemas.openxmlformats.org/officeDocument/2006/relationships/image" Target="/ppt/media/image8.jpeg" Id="R60eeaf54cca94eef" /><Relationship Type="http://schemas.openxmlformats.org/officeDocument/2006/relationships/notesSlide" Target="/ppt/notesSlides/notesSlide8.xml" Id="R2c16f4ca0e3049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29da1483d483d" /><Relationship Type="http://schemas.openxmlformats.org/officeDocument/2006/relationships/image" Target="/ppt/media/image9.jpeg" Id="R8ef2766a21d3449d" /><Relationship Type="http://schemas.openxmlformats.org/officeDocument/2006/relationships/notesSlide" Target="/ppt/notesSlides/notesSlide9.xml" Id="Re7a50b403e244c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8d291c9b34367" /><Relationship Type="http://schemas.openxmlformats.org/officeDocument/2006/relationships/image" Target="/ppt/media/image10.jpeg" Id="R05a36ec500ba4482" /><Relationship Type="http://schemas.openxmlformats.org/officeDocument/2006/relationships/notesSlide" Target="/ppt/notesSlides/notesSlide10.xml" Id="Rc5addb0180b448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e6fdc35344a50" /><Relationship Type="http://schemas.openxmlformats.org/officeDocument/2006/relationships/image" Target="/ppt/media/image11.jpeg" Id="Rbdfd0e5571974a5e" /><Relationship Type="http://schemas.openxmlformats.org/officeDocument/2006/relationships/notesSlide" Target="/ppt/notesSlides/notesSlide11.xml" Id="R7ebacd44314844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8796fea40474e" /><Relationship Type="http://schemas.openxmlformats.org/officeDocument/2006/relationships/image" Target="/ppt/media/image12.jpeg" Id="R8eca46bedbc84f56" /><Relationship Type="http://schemas.openxmlformats.org/officeDocument/2006/relationships/notesSlide" Target="/ppt/notesSlides/notesSlide12.xml" Id="R68eb44e208e74f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0db8fc17b4352" /><Relationship Type="http://schemas.openxmlformats.org/officeDocument/2006/relationships/image" Target="/ppt/media/image13.jpeg" Id="Rd40cefe14ed24a73" /><Relationship Type="http://schemas.openxmlformats.org/officeDocument/2006/relationships/notesSlide" Target="/ppt/notesSlides/notesSlide13.xml" Id="Rd17a9e54397245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e9b2fe4fc74fc4" /><Relationship Type="http://schemas.openxmlformats.org/officeDocument/2006/relationships/image" Target="/ppt/media/image14.jpeg" Id="Rc7dc613d23e84cc7" /><Relationship Type="http://schemas.openxmlformats.org/officeDocument/2006/relationships/notesSlide" Target="/ppt/notesSlides/notesSlide14.xml" Id="Rdbc0ea47d6174d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2EEAC-9645-46D5-B193-D06CF9CC2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f19afd8814e3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233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DECA9-F458-46CA-8204-CB2A2D7F0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b1357cf3046c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795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18939-5F72-4344-8C82-79B193274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00cc72f954f3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17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8BF0D-B299-4E91-BD67-644620DF56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cc8fb80a641a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113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16DD8-60E7-4A00-B066-9CA3BC059B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f962a1be2465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3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60BC8-5C7A-4BD6-9964-EF34D76563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e291c810a42a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65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293A6-5890-4CD9-B5EE-A4FB0D5301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d264cb2c8423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737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EC38E-A1C3-401B-B98C-21AF9114D3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eaf54cca94ee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156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6C3E8-EE53-4800-BA83-E9DC16D143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2766a21d3449d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786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F4764-CC91-4029-A710-85E5AE121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36ec500ba448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99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35DBA-E6B1-4C99-B4BD-8EAAC75E9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d0e5571974a5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03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F3809-E541-4365-A29C-E08EFB525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a46bedbc84f5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579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7A1D8-0178-43C0-8D50-E7202977B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cefe14ed24a7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45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73397-406E-46F7-A456-020C61E29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c613d23e84cc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88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2026-10-19T08:21:03.1550000Z</dcterms:created>
  <dcterms:modified xsi:type="dcterms:W3CDTF">2026-10-19T08:21:03.1550000Z</dcterms:modified>
</coreProperties>
</file>